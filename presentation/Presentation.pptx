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BD8B-E00F-0D7B-CBF1-807954327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90BF5-770C-6E9B-C856-545A6FB76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3F6B3-69F6-CA02-AB3B-83F54001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C9B84-0B4E-7693-D4D1-3887B5B2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5BC9B-97BC-D97B-DA83-5A6A2FD5F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9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5F58-ECC2-E37C-5AC6-8614CE0D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DED4B-E36F-FC00-5C37-7F26294DA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20329-E0EA-69DB-2157-4BA0E525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A8CBC-0F83-CEA1-E3BE-2A7615A7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A46DA-4937-F8A3-7446-1319A2B6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8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EDBB-1622-970D-BFC4-971FEE32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1885B-6D47-FCFA-081B-74F730A3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C28D3-F2BE-C2D9-40F8-B8742A5C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16645-F920-CBC9-4B7C-8AD7CF56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419EC-836B-9E20-2A35-19A7C6F7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08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19EB7-AC87-B18B-5F8A-0EDD2E607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4901E-AD40-25C4-1E66-103C64994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DCC9B-1CB1-D411-B564-2B039F60E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45370-1930-B05B-37AA-FB39693B7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3A294-2AA7-C280-BB53-AF2428C5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BDFA9-88AA-0781-E959-F6AA1117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8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0646-17F7-74DE-A5D2-E88A94745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51179-C1CB-2CD3-DD7C-9C5C65311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5FCBB-31EA-234B-A3D4-43C62A5F8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D9D30-830B-6988-6915-BD5D1BFB5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6B5BC-A897-D592-DA60-DFC2D34F4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8611B9-5F0F-3085-3CFD-45B1D6DA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ADC58B-7B2A-311F-87B4-BE071368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A7F97-9F51-E5FB-363E-C3A2FF0CE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0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9935-F352-904A-776D-708C10A18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EF1CF-F2A1-1741-2E61-40687837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94BC9-DCAB-7FD8-DD06-F1B68B8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BD09F4-0961-1D43-B9F0-C934B1D60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3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6B0619-2A24-89DB-AC8D-0F8EAE44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CABD73-BDD4-FA35-599D-B1C845C5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2C09B-EEF5-4CF1-403E-C10DC357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A1BD6-B917-3FD7-DFDC-A8ED8900C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FD24E-B5DC-9566-9683-CC4247C33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30483-D4ED-DF51-602A-786720084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190FC-4CAB-FBBF-81DF-4C900CE6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CACC2-2EFB-1F91-021C-D8758ADC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7A8EE-8082-DB47-4979-79AD7448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34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BA61-37A2-FFEE-C3DF-377BD94C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2D0BD1-6715-FB8E-20E5-FCDB58779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93473-5306-701C-2FF0-AB0012897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872E6-354F-D4C6-6517-C2E7B3ABD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0E50C-DCA7-B306-E910-BF95514F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E3E58-FC76-E9C1-FEA5-31E49F85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89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B148-7D58-AD98-2E3F-95E9E77E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D5DA3-1A8A-0F21-283B-E8295C881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009F1-E599-126C-9C55-C411C658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4F349-3C1D-D42E-ECC9-EC43A276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981CE-6D88-C990-77F9-C8375043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2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93C7AA-B923-D99D-FB31-90FF13D88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3EEE5-C49E-0663-C672-220A7D862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EA4C8-38D3-FEB0-7BD9-41F2AE4F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B378B-338C-62BF-AC53-78B770DD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EA260-1A15-003A-696B-6719E2EA5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6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952D2-B4A3-98F8-1880-13D7A53B3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0E315-72E1-3DD5-8329-E19F590B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E704E-B972-A8B6-0296-4DD94E87C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99CA4-0DAE-43B3-BBE8-3C734D0CACF2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6B945-FEC5-92F2-4AE7-BE28215E1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B61B-00C0-B8BE-13F2-862F3756C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1C98B-034E-4F8D-A8DA-1F226E6B9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5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3BE1-F0EE-C8B3-B6F3-27D289D6D2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55893-D1C3-9FF6-C4F3-7CB6D66D71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86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D699-60ED-09AA-4E8E-AA396FDD7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729" y="663233"/>
            <a:ext cx="10746557" cy="1655762"/>
          </a:xfrm>
        </p:spPr>
        <p:txBody>
          <a:bodyPr>
            <a:normAutofit/>
          </a:bodyPr>
          <a:lstStyle/>
          <a:p>
            <a:r>
              <a:rPr lang="en-US" sz="4800" b="1" dirty="0"/>
              <a:t>MACHINE LEARNING PROJECT:  Churn Prediction Model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569EFF-48D1-0659-7281-6BD88BFA4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329" y="3525625"/>
            <a:ext cx="11368726" cy="2469822"/>
          </a:xfrm>
        </p:spPr>
        <p:txBody>
          <a:bodyPr>
            <a:normAutofit fontScale="40000" lnSpcReduction="20000"/>
          </a:bodyPr>
          <a:lstStyle/>
          <a:p>
            <a:r>
              <a:rPr lang="en-US" sz="9600" b="1" dirty="0"/>
              <a:t>Course: Data Science Phase-3-Project</a:t>
            </a:r>
          </a:p>
          <a:p>
            <a:r>
              <a:rPr lang="en-US" sz="9600" b="1" dirty="0"/>
              <a:t>Project: Churn Prediction Project</a:t>
            </a:r>
          </a:p>
          <a:p>
            <a:r>
              <a:rPr lang="en-US" sz="9600" b="1" dirty="0"/>
              <a:t>Institution: Moringa School</a:t>
            </a:r>
            <a:endParaRPr lang="en-US" sz="6400" b="1" dirty="0"/>
          </a:p>
          <a:p>
            <a:r>
              <a:rPr lang="en-US" sz="6400" b="1" dirty="0"/>
              <a:t>Geoffrey Kemboi</a:t>
            </a:r>
          </a:p>
          <a:p>
            <a:r>
              <a:rPr lang="en-US" sz="6400" b="1" dirty="0"/>
              <a:t>Date :  12</a:t>
            </a:r>
            <a:r>
              <a:rPr lang="en-US" sz="6400" b="1" baseline="30000" dirty="0"/>
              <a:t>th</a:t>
            </a:r>
            <a:r>
              <a:rPr lang="en-US" sz="6400" b="1" dirty="0"/>
              <a:t> February2026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796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MACHINE LEARNING PROJECT:  Churn Prediction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Geoffrey Kemboi</dc:creator>
  <cp:lastModifiedBy>Geoffrey Kemboi</cp:lastModifiedBy>
  <cp:revision>1</cp:revision>
  <dcterms:created xsi:type="dcterms:W3CDTF">2026-02-12T20:45:01Z</dcterms:created>
  <dcterms:modified xsi:type="dcterms:W3CDTF">2026-02-12T20:45:32Z</dcterms:modified>
</cp:coreProperties>
</file>